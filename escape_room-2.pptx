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Roboto Slab"/>
      <p:regular r:id="rId13"/>
      <p:bold r:id="rId14"/>
    </p:embeddedFont>
    <p:embeddedFont>
      <p:font typeface="Roboto"/>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RobotoSlab-regular.fntdata"/><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regular.fntdata"/><Relationship Id="rId14" Type="http://schemas.openxmlformats.org/officeDocument/2006/relationships/font" Target="fonts/RobotoSlab-bold.fntdata"/><Relationship Id="rId17" Type="http://schemas.openxmlformats.org/officeDocument/2006/relationships/font" Target="fonts/Roboto-italic.fntdata"/><Relationship Id="rId16" Type="http://schemas.openxmlformats.org/officeDocument/2006/relationships/font" Target="fonts/Roboto-bold.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Roboto-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h11f9bf2e5695cd8a_0_10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h11f9bf2e5695cd8a_0_10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h11f9bf2e5695cd8a_0_10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h11f9bf2e5695cd8a_0_10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h11f9bf2e5695cd8a_0_10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h11f9bf2e5695cd8a_0_10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h11f9bf2e5695cd8a_0_10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h11f9bf2e5695cd8a_0_10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h11f9bf2e5695cd8a_0_10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h11f9bf2e5695cd8a_0_10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h11f9bf2e5695cd8a_0_10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h11f9bf2e5695cd8a_0_10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1524800" y="672606"/>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sp>
        <p:nvSpPr>
          <p:cNvPr id="11" name="Google Shape;11;p2"/>
          <p:cNvSpPr/>
          <p:nvPr/>
        </p:nvSpPr>
        <p:spPr>
          <a:xfrm rot="10800000">
            <a:off x="6537563" y="3342925"/>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cxnSp>
        <p:nvCxnSpPr>
          <p:cNvPr id="12" name="Google Shape;12;p2"/>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3" name="Google Shape;13;p2"/>
          <p:cNvSpPr txBox="1"/>
          <p:nvPr>
            <p:ph type="ctrTitle"/>
          </p:nvPr>
        </p:nvSpPr>
        <p:spPr>
          <a:xfrm>
            <a:off x="1680302" y="1188925"/>
            <a:ext cx="5783400" cy="1457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p:txBody>
      </p:sp>
      <p:sp>
        <p:nvSpPr>
          <p:cNvPr id="14" name="Google Shape;14;p2"/>
          <p:cNvSpPr txBox="1"/>
          <p:nvPr>
            <p:ph idx="1" type="subTitle"/>
          </p:nvPr>
        </p:nvSpPr>
        <p:spPr>
          <a:xfrm>
            <a:off x="1680302" y="3049450"/>
            <a:ext cx="5783400" cy="9090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8" name="Google Shape;18;p3"/>
          <p:cNvSpPr txBox="1"/>
          <p:nvPr>
            <p:ph type="title"/>
          </p:nvPr>
        </p:nvSpPr>
        <p:spPr>
          <a:xfrm>
            <a:off x="480750" y="1764950"/>
            <a:ext cx="8222100" cy="907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2" name="Google Shape;22;p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4"/>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7" name="Google Shape;27;p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5"/>
          <p:cNvSpPr txBox="1"/>
          <p:nvPr>
            <p:ph idx="1" type="body"/>
          </p:nvPr>
        </p:nvSpPr>
        <p:spPr>
          <a:xfrm>
            <a:off x="3879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7562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cap="flat" cmpd="sng" w="38100">
            <a:solidFill>
              <a:schemeClr val="accent4"/>
            </a:solidFill>
            <a:prstDash val="solid"/>
            <a:round/>
            <a:headEnd len="sm" w="sm" type="none"/>
            <a:tailEnd len="sm" w="sm" type="none"/>
          </a:ln>
        </p:spPr>
      </p:cxnSp>
      <p:sp>
        <p:nvSpPr>
          <p:cNvPr id="36" name="Google Shape;36;p7"/>
          <p:cNvSpPr txBox="1"/>
          <p:nvPr>
            <p:ph type="title"/>
          </p:nvPr>
        </p:nvSpPr>
        <p:spPr>
          <a:xfrm>
            <a:off x="3879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 name="Google Shape;37;p7"/>
          <p:cNvSpPr txBox="1"/>
          <p:nvPr>
            <p:ph idx="1" type="body"/>
          </p:nvPr>
        </p:nvSpPr>
        <p:spPr>
          <a:xfrm>
            <a:off x="387900" y="1594025"/>
            <a:ext cx="2808000" cy="2681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8" name="Google Shape;3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1" name="Google Shape;41;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 name="Google Shape;44;p9"/>
          <p:cNvCxnSpPr/>
          <p:nvPr/>
        </p:nvCxnSpPr>
        <p:spPr>
          <a:xfrm>
            <a:off x="5029675" y="4495503"/>
            <a:ext cx="540900" cy="0"/>
          </a:xfrm>
          <a:prstGeom prst="straightConnector1">
            <a:avLst/>
          </a:prstGeom>
          <a:noFill/>
          <a:ln cap="flat" cmpd="sng" w="38100">
            <a:solidFill>
              <a:schemeClr val="accent5"/>
            </a:solidFill>
            <a:prstDash val="solid"/>
            <a:round/>
            <a:headEnd len="sm" w="sm" type="none"/>
            <a:tailEnd len="sm" w="sm" type="none"/>
          </a:ln>
        </p:spPr>
      </p:cxnSp>
      <p:sp>
        <p:nvSpPr>
          <p:cNvPr id="45" name="Google Shape;45;p9"/>
          <p:cNvSpPr txBox="1"/>
          <p:nvPr>
            <p:ph type="title"/>
          </p:nvPr>
        </p:nvSpPr>
        <p:spPr>
          <a:xfrm>
            <a:off x="265500" y="1209075"/>
            <a:ext cx="4045200" cy="15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6" name="Google Shape;46;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Google Shape;47;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8" name="Google Shape;4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0"/>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Google Shape;5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1"/>
          <p:cNvSpPr txBox="1"/>
          <p:nvPr>
            <p:ph hasCustomPrompt="1" type="title"/>
          </p:nvPr>
        </p:nvSpPr>
        <p:spPr>
          <a:xfrm>
            <a:off x="387900" y="1152450"/>
            <a:ext cx="83682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p:nvPr>
            <p:ph idx="1" type="body"/>
          </p:nvPr>
        </p:nvSpPr>
        <p:spPr>
          <a:xfrm>
            <a:off x="387900" y="2919450"/>
            <a:ext cx="83682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6" name="Google Shape;5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p:txBody>
      </p:sp>
      <p:sp>
        <p:nvSpPr>
          <p:cNvPr id="7" name="Google Shape;7;p1"/>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17500" lvl="1" marL="914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drive.google.com/file/d/1pz6xkemwPCMU6LwrQxERhaijWfJ7P9LR/view?usp=drive_link"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3"/>
          <p:cNvSpPr txBox="1"/>
          <p:nvPr>
            <p:ph type="ctrTitle"/>
          </p:nvPr>
        </p:nvSpPr>
        <p:spPr>
          <a:xfrm>
            <a:off x="1680302" y="1188925"/>
            <a:ext cx="5783400" cy="1457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ESCAPE ROOM CHALLENGE </a:t>
            </a:r>
            <a:endParaRPr/>
          </a:p>
        </p:txBody>
      </p:sp>
      <p:sp>
        <p:nvSpPr>
          <p:cNvPr id="64" name="Google Shape;64;p13"/>
          <p:cNvSpPr txBox="1"/>
          <p:nvPr>
            <p:ph idx="1" type="subTitle"/>
          </p:nvPr>
        </p:nvSpPr>
        <p:spPr>
          <a:xfrm>
            <a:off x="1680302" y="3049450"/>
            <a:ext cx="5783400" cy="9090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a:t>By Oxana, Bharat, Emma, Whitney and Ahmad</a:t>
            </a:r>
            <a:endParaRPr/>
          </a:p>
        </p:txBody>
      </p:sp>
      <p:sp>
        <p:nvSpPr>
          <p:cNvPr id="65" name="Google Shape;65;p13"/>
          <p:cNvSpPr txBox="1"/>
          <p:nvPr/>
        </p:nvSpPr>
        <p:spPr>
          <a:xfrm>
            <a:off x="301550" y="3484400"/>
            <a:ext cx="3549300" cy="145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73763"/>
                </a:solidFill>
              </a:rPr>
              <a:t>Working on this project: </a:t>
            </a:r>
            <a:endParaRPr>
              <a:solidFill>
                <a:srgbClr val="073763"/>
              </a:solidFill>
            </a:endParaRPr>
          </a:p>
          <a:p>
            <a:pPr indent="0" lvl="0" marL="0" rtl="0" algn="l">
              <a:spcBef>
                <a:spcPts val="0"/>
              </a:spcBef>
              <a:spcAft>
                <a:spcPts val="0"/>
              </a:spcAft>
              <a:buNone/>
            </a:pPr>
            <a:r>
              <a:rPr lang="en">
                <a:solidFill>
                  <a:srgbClr val="073763"/>
                </a:solidFill>
              </a:rPr>
              <a:t>Oxana Ribeiro</a:t>
            </a:r>
            <a:endParaRPr>
              <a:solidFill>
                <a:srgbClr val="073763"/>
              </a:solidFill>
            </a:endParaRPr>
          </a:p>
          <a:p>
            <a:pPr indent="0" lvl="0" marL="0" rtl="0" algn="l">
              <a:spcBef>
                <a:spcPts val="0"/>
              </a:spcBef>
              <a:spcAft>
                <a:spcPts val="0"/>
              </a:spcAft>
              <a:buNone/>
            </a:pPr>
            <a:r>
              <a:rPr lang="en">
                <a:solidFill>
                  <a:srgbClr val="073763"/>
                </a:solidFill>
              </a:rPr>
              <a:t>Bharat Singh</a:t>
            </a:r>
            <a:endParaRPr>
              <a:solidFill>
                <a:srgbClr val="073763"/>
              </a:solidFill>
            </a:endParaRPr>
          </a:p>
          <a:p>
            <a:pPr indent="0" lvl="0" marL="0" rtl="0" algn="l">
              <a:spcBef>
                <a:spcPts val="0"/>
              </a:spcBef>
              <a:spcAft>
                <a:spcPts val="0"/>
              </a:spcAft>
              <a:buNone/>
            </a:pPr>
            <a:r>
              <a:rPr lang="en">
                <a:solidFill>
                  <a:srgbClr val="073763"/>
                </a:solidFill>
              </a:rPr>
              <a:t>U'ta-liane Emmanuelle Matola-Boutali</a:t>
            </a:r>
            <a:endParaRPr>
              <a:solidFill>
                <a:srgbClr val="073763"/>
              </a:solidFill>
            </a:endParaRPr>
          </a:p>
          <a:p>
            <a:pPr indent="0" lvl="0" marL="0" rtl="0" algn="l">
              <a:spcBef>
                <a:spcPts val="0"/>
              </a:spcBef>
              <a:spcAft>
                <a:spcPts val="0"/>
              </a:spcAft>
              <a:buNone/>
            </a:pPr>
            <a:r>
              <a:rPr lang="en">
                <a:solidFill>
                  <a:srgbClr val="073763"/>
                </a:solidFill>
              </a:rPr>
              <a:t>Ahmad Marvi</a:t>
            </a:r>
            <a:endParaRPr>
              <a:solidFill>
                <a:srgbClr val="073763"/>
              </a:solidFill>
            </a:endParaRPr>
          </a:p>
          <a:p>
            <a:pPr indent="0" lvl="0" marL="0" rtl="0" algn="l">
              <a:spcBef>
                <a:spcPts val="0"/>
              </a:spcBef>
              <a:spcAft>
                <a:spcPts val="0"/>
              </a:spcAft>
              <a:buNone/>
            </a:pPr>
            <a:r>
              <a:rPr lang="en">
                <a:solidFill>
                  <a:srgbClr val="073763"/>
                </a:solidFill>
              </a:rPr>
              <a:t>Whitney</a:t>
            </a:r>
            <a:endParaRPr>
              <a:solidFill>
                <a:srgbClr val="073763"/>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Game structure</a:t>
            </a:r>
            <a:endParaRPr/>
          </a:p>
        </p:txBody>
      </p:sp>
      <p:sp>
        <p:nvSpPr>
          <p:cNvPr id="71" name="Google Shape;71;p14"/>
          <p:cNvSpPr txBox="1"/>
          <p:nvPr>
            <p:ph idx="1" type="body"/>
          </p:nvPr>
        </p:nvSpPr>
        <p:spPr>
          <a:xfrm>
            <a:off x="387900" y="1292750"/>
            <a:ext cx="3655500" cy="3276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t>It is a text-based escape room type of a game where the player will need to input the correct values in order to proceed. </a:t>
            </a:r>
            <a:endParaRPr sz="1600"/>
          </a:p>
          <a:p>
            <a:pPr indent="0" lvl="0" marL="0" rtl="0" algn="l">
              <a:spcBef>
                <a:spcPts val="1200"/>
              </a:spcBef>
              <a:spcAft>
                <a:spcPts val="1200"/>
              </a:spcAft>
              <a:buNone/>
            </a:pPr>
            <a:r>
              <a:rPr lang="en" sz="1600"/>
              <a:t>The player finds himself in the Game room and needs to go through each room, inspecting every item in the room one by one, to collect all the keys and find the exit.</a:t>
            </a:r>
            <a:endParaRPr sz="1600"/>
          </a:p>
        </p:txBody>
      </p:sp>
      <p:pic>
        <p:nvPicPr>
          <p:cNvPr id="72" name="Google Shape;72;p14" title="escape-room-plan.jpg"/>
          <p:cNvPicPr preferRelativeResize="0"/>
          <p:nvPr/>
        </p:nvPicPr>
        <p:blipFill>
          <a:blip r:embed="rId3">
            <a:alphaModFix/>
          </a:blip>
          <a:stretch>
            <a:fillRect/>
          </a:stretch>
        </p:blipFill>
        <p:spPr>
          <a:xfrm>
            <a:off x="4153200" y="951300"/>
            <a:ext cx="4685998" cy="361746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Functions and features</a:t>
            </a:r>
            <a:endParaRPr/>
          </a:p>
        </p:txBody>
      </p:sp>
      <p:sp>
        <p:nvSpPr>
          <p:cNvPr id="78" name="Google Shape;78;p15"/>
          <p:cNvSpPr txBox="1"/>
          <p:nvPr>
            <p:ph idx="1" type="body"/>
          </p:nvPr>
        </p:nvSpPr>
        <p:spPr>
          <a:xfrm>
            <a:off x="387900" y="1311100"/>
            <a:ext cx="8368200" cy="32577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The list of </a:t>
            </a:r>
            <a:r>
              <a:rPr lang="en"/>
              <a:t>functions</a:t>
            </a:r>
            <a:r>
              <a:rPr lang="en"/>
              <a:t> used in the game: </a:t>
            </a:r>
            <a:endParaRPr/>
          </a:p>
          <a:p>
            <a:pPr indent="-334328" lvl="0" marL="457200" rtl="0" algn="l">
              <a:spcBef>
                <a:spcPts val="1200"/>
              </a:spcBef>
              <a:spcAft>
                <a:spcPts val="0"/>
              </a:spcAft>
              <a:buSzPct val="100000"/>
              <a:buChar char="●"/>
            </a:pPr>
            <a:r>
              <a:rPr b="1" lang="en"/>
              <a:t>s</a:t>
            </a:r>
            <a:r>
              <a:rPr b="1" lang="en"/>
              <a:t>tart_game</a:t>
            </a:r>
            <a:r>
              <a:rPr lang="en"/>
              <a:t> - a function called in the </a:t>
            </a:r>
            <a:r>
              <a:rPr lang="en"/>
              <a:t>beginning</a:t>
            </a:r>
            <a:r>
              <a:rPr lang="en"/>
              <a:t> of the game defining the room and item we start at</a:t>
            </a:r>
            <a:endParaRPr/>
          </a:p>
          <a:p>
            <a:pPr indent="-334328" lvl="0" marL="457200" rtl="0" algn="l">
              <a:spcBef>
                <a:spcPts val="0"/>
              </a:spcBef>
              <a:spcAft>
                <a:spcPts val="0"/>
              </a:spcAft>
              <a:buSzPct val="100000"/>
              <a:buChar char="●"/>
            </a:pPr>
            <a:r>
              <a:rPr b="1" lang="en"/>
              <a:t>p</a:t>
            </a:r>
            <a:r>
              <a:rPr b="1" lang="en"/>
              <a:t>lay_room</a:t>
            </a:r>
            <a:r>
              <a:rPr lang="en"/>
              <a:t> - function </a:t>
            </a:r>
            <a:r>
              <a:rPr lang="en"/>
              <a:t>comparing</a:t>
            </a:r>
            <a:r>
              <a:rPr lang="en"/>
              <a:t> the current room with the target. When the target is reached, the game ends. </a:t>
            </a:r>
            <a:endParaRPr/>
          </a:p>
          <a:p>
            <a:pPr indent="-334328" lvl="0" marL="457200" rtl="0" algn="l">
              <a:spcBef>
                <a:spcPts val="0"/>
              </a:spcBef>
              <a:spcAft>
                <a:spcPts val="0"/>
              </a:spcAft>
              <a:buSzPct val="100000"/>
              <a:buChar char="●"/>
            </a:pPr>
            <a:r>
              <a:rPr b="1" lang="en"/>
              <a:t>e</a:t>
            </a:r>
            <a:r>
              <a:rPr b="1" lang="en"/>
              <a:t>xplore_room</a:t>
            </a:r>
            <a:r>
              <a:rPr lang="en"/>
              <a:t> - function listing all items (furniture, doors) that belong to the current room</a:t>
            </a:r>
            <a:endParaRPr/>
          </a:p>
          <a:p>
            <a:pPr indent="-334328" lvl="0" marL="457200" rtl="0" algn="l">
              <a:spcBef>
                <a:spcPts val="0"/>
              </a:spcBef>
              <a:spcAft>
                <a:spcPts val="0"/>
              </a:spcAft>
              <a:buSzPct val="100000"/>
              <a:buChar char="●"/>
            </a:pPr>
            <a:r>
              <a:rPr b="1" lang="en"/>
              <a:t>g</a:t>
            </a:r>
            <a:r>
              <a:rPr b="1" lang="en"/>
              <a:t>et_next_room_of_door</a:t>
            </a:r>
            <a:r>
              <a:rPr lang="en"/>
              <a:t> - function that allows to go to the next room when the door is opened</a:t>
            </a:r>
            <a:endParaRPr/>
          </a:p>
          <a:p>
            <a:pPr indent="-334328" lvl="0" marL="457200" rtl="0" algn="l">
              <a:spcBef>
                <a:spcPts val="0"/>
              </a:spcBef>
              <a:spcAft>
                <a:spcPts val="0"/>
              </a:spcAft>
              <a:buSzPct val="100000"/>
              <a:buChar char="●"/>
            </a:pPr>
            <a:r>
              <a:rPr b="1" lang="en"/>
              <a:t>e</a:t>
            </a:r>
            <a:r>
              <a:rPr b="1" lang="en"/>
              <a:t>xamine_item</a:t>
            </a:r>
            <a:r>
              <a:rPr lang="en"/>
              <a:t> - the function that allows to examine an item such as door or furniture. If the furniture has a key - we collect the key. If we already have a key corresponding with the door - we are able to open the door.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Technical challenge</a:t>
            </a:r>
            <a:endParaRPr/>
          </a:p>
        </p:txBody>
      </p:sp>
      <p:sp>
        <p:nvSpPr>
          <p:cNvPr id="84" name="Google Shape;84;p16"/>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FFFFFF"/>
                </a:solidFill>
              </a:rPr>
              <a:t>1.	Understanding the technical aspect of the game w.r.t the flow.</a:t>
            </a:r>
            <a:endParaRPr>
              <a:solidFill>
                <a:srgbClr val="FFFFFF"/>
              </a:solidFill>
            </a:endParaRPr>
          </a:p>
          <a:p>
            <a:pPr indent="0" lvl="0" marL="0" rtl="0" algn="l">
              <a:spcBef>
                <a:spcPts val="1200"/>
              </a:spcBef>
              <a:spcAft>
                <a:spcPts val="0"/>
              </a:spcAft>
              <a:buNone/>
            </a:pPr>
            <a:r>
              <a:rPr lang="en">
                <a:solidFill>
                  <a:srgbClr val="FFFFFF"/>
                </a:solidFill>
              </a:rPr>
              <a:t>2.	Defining missing aspects of the rooms.</a:t>
            </a:r>
            <a:endParaRPr>
              <a:solidFill>
                <a:srgbClr val="FFFFFF"/>
              </a:solidFill>
            </a:endParaRPr>
          </a:p>
          <a:p>
            <a:pPr indent="0" lvl="0" marL="0" rtl="0" algn="l">
              <a:spcBef>
                <a:spcPts val="1200"/>
              </a:spcBef>
              <a:spcAft>
                <a:spcPts val="0"/>
              </a:spcAft>
              <a:buNone/>
            </a:pPr>
            <a:r>
              <a:rPr lang="en">
                <a:solidFill>
                  <a:srgbClr val="FFFFFF"/>
                </a:solidFill>
              </a:rPr>
              <a:t>3.	Identify the missing object relation and completing them as per sequence of rooms.</a:t>
            </a:r>
            <a:endParaRPr>
              <a:solidFill>
                <a:srgbClr val="FFFFFF"/>
              </a:solidFill>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Our biggest mistake</a:t>
            </a:r>
            <a:endParaRPr/>
          </a:p>
        </p:txBody>
      </p:sp>
      <p:sp>
        <p:nvSpPr>
          <p:cNvPr id="90" name="Google Shape;90;p17"/>
          <p:cNvSpPr txBox="1"/>
          <p:nvPr>
            <p:ph idx="1" type="body"/>
          </p:nvPr>
        </p:nvSpPr>
        <p:spPr>
          <a:xfrm>
            <a:off x="387900" y="1489825"/>
            <a:ext cx="3701100" cy="3078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Not adhering to the game sequence.</a:t>
            </a:r>
            <a:endParaRPr/>
          </a:p>
          <a:p>
            <a:pPr indent="0" lvl="0" marL="0" rtl="0" algn="l">
              <a:spcBef>
                <a:spcPts val="1200"/>
              </a:spcBef>
              <a:spcAft>
                <a:spcPts val="1200"/>
              </a:spcAft>
              <a:buNone/>
            </a:pPr>
            <a:r>
              <a:t/>
            </a:r>
            <a:endParaRPr/>
          </a:p>
        </p:txBody>
      </p:sp>
      <p:pic>
        <p:nvPicPr>
          <p:cNvPr id="91" name="Google Shape;91;p17" title="shoulder-shrug-michael-scott-the-office-s9dq2er543ryh7ge-29233164.gif"/>
          <p:cNvPicPr preferRelativeResize="0"/>
          <p:nvPr/>
        </p:nvPicPr>
        <p:blipFill>
          <a:blip r:embed="rId3">
            <a:alphaModFix/>
          </a:blip>
          <a:stretch>
            <a:fillRect/>
          </a:stretch>
        </p:blipFill>
        <p:spPr>
          <a:xfrm>
            <a:off x="4300000" y="759838"/>
            <a:ext cx="4570650" cy="3808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Let’s take a look into a demo of our game: </a:t>
            </a:r>
            <a:endParaRPr/>
          </a:p>
        </p:txBody>
      </p:sp>
      <p:sp>
        <p:nvSpPr>
          <p:cNvPr id="97" name="Google Shape;97;p18"/>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ctr">
              <a:lnSpc>
                <a:spcPct val="200000"/>
              </a:lnSpc>
              <a:spcBef>
                <a:spcPts val="0"/>
              </a:spcBef>
              <a:spcAft>
                <a:spcPts val="0"/>
              </a:spcAft>
              <a:buNone/>
            </a:pPr>
            <a:r>
              <a:t/>
            </a:r>
            <a:endParaRPr/>
          </a:p>
          <a:p>
            <a:pPr indent="0" lvl="0" marL="0" rtl="0" algn="ctr">
              <a:lnSpc>
                <a:spcPct val="200000"/>
              </a:lnSpc>
              <a:spcBef>
                <a:spcPts val="1200"/>
              </a:spcBef>
              <a:spcAft>
                <a:spcPts val="1200"/>
              </a:spcAft>
              <a:buNone/>
            </a:pPr>
            <a:r>
              <a:rPr lang="en" sz="6000" u="sng">
                <a:solidFill>
                  <a:schemeClr val="hlink"/>
                </a:solidFill>
                <a:hlinkClick r:id="rId3"/>
              </a:rPr>
              <a:t>CLICK HERE</a:t>
            </a:r>
            <a:endParaRPr sz="6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ph type="title"/>
          </p:nvPr>
        </p:nvSpPr>
        <p:spPr>
          <a:xfrm>
            <a:off x="311700" y="445025"/>
            <a:ext cx="8520600" cy="2202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6200"/>
              <a:t>THANK YOU FOR WATCHING</a:t>
            </a:r>
            <a:endParaRPr sz="6200"/>
          </a:p>
        </p:txBody>
      </p:sp>
      <p:sp>
        <p:nvSpPr>
          <p:cNvPr id="103" name="Google Shape;103;p19"/>
          <p:cNvSpPr txBox="1"/>
          <p:nvPr>
            <p:ph idx="1" type="body"/>
          </p:nvPr>
        </p:nvSpPr>
        <p:spPr>
          <a:xfrm>
            <a:off x="311700" y="2864700"/>
            <a:ext cx="8520600" cy="1704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